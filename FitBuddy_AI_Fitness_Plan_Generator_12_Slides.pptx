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25880"/>
            <a:ext cx="103327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FitBuddy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76272"/>
            <a:ext cx="10332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0">
                <a:solidFill>
                  <a:srgbClr val="CFE6E2"/>
                </a:solidFill>
                <a:latin typeface="Aptos"/>
              </a:rPr>
              <a:t>AI Fitness Plan Generator using Gemini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ptos"/>
              </a:rPr>
              <a:t>Student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4C1CF"/>
                </a:solidFill>
                <a:latin typeface="Aptos"/>
              </a:rPr>
              <a:t>12 slides • Project overview • Architecture • Gemini integration • Core features</a:t>
            </a:r>
          </a:p>
        </p:txBody>
      </p:sp>
      <p:sp>
        <p:nvSpPr>
          <p:cNvPr id="6" name="Oval 5"/>
          <p:cNvSpPr/>
          <p:nvPr/>
        </p:nvSpPr>
        <p:spPr>
          <a:xfrm>
            <a:off x="5166360" y="4800600"/>
            <a:ext cx="146304" cy="146304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04688" y="4800600"/>
            <a:ext cx="146304" cy="146304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843016" y="4800600"/>
            <a:ext cx="146304" cy="146304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44168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39595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307592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FitBuddy is a modern, web-based fitness application for personalized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85416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8084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48840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It uses Google Gemini AI to generate smart workout plans and nutritional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26664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022092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90088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system creates personalized plans from user goals, fitness level and available equipment.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67911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63339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831336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project is built as a full-stack application with FastAPI and a database 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59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704588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672584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generated plan is designed to adapt to changing user needs through AI-based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FITBUDDY • PERSONALIZED FITNESS GUIDANCE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2.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44168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39595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307592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Users may need a structured workout routine that matches their individual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85416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8084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48840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Static workout templates do not automatically adapt to different fitness levels and equipment.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26664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022092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90088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FitBuddy uses Generative AI to turn user information into a customized fitness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67911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63339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831336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objective is to generate a dynamic 7-day workout and nutrition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59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704588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672584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A feedback loop allows routines to be regenerated as the user's needs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GOAL • DYNAMIC • PERSONALIZED • ADAPTABLE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3. 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463039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Fitness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3264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Create a plan around the user's stated fitness goal.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1463039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Fitness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856231"/>
            <a:ext cx="3099816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Adjust the routine using the user's current fitness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74736" y="1463039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Available Equipment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1856231"/>
            <a:ext cx="3285744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Generate workouts based on the equipment available to the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291840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7-Day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685032"/>
            <a:ext cx="317296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Produce a structured 7-day workout and nutrition schedule.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1546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3291840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Plan Regeneration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685032"/>
            <a:ext cx="3264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Regenerate routines when user needs or preferences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1546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6" y="3291840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Fitness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3685032"/>
            <a:ext cx="3264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Provide personalized guidance through a web-based application.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APPLICATION SCENARIOS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4.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44168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39595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307592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Google Gemini Models provide the Generative AI capability for personalized fitness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85416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8084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48840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FastAPI is used for the backend API and application communication.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26664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022092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90088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SQLite provides the database layer for application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67911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63339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831336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SQLAlchemy is used for database interaction and object-relational mapping.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59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704588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672584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HTML is used as part of the web application interface.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TECHNOLOGY STACK • GEMINI • FASTAPI • SQLITE • SQLALCHEMY • 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5.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965960"/>
            <a:ext cx="17282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359152"/>
            <a:ext cx="1728216" cy="11704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Goals
Fitness level
Available equipment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7282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1" y="2359152"/>
            <a:ext cx="1892807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Receives and processes application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82880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8112" y="1965960"/>
            <a:ext cx="209397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Gemini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2359152"/>
            <a:ext cx="2258566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Generates personalized workout and nutrition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1965960"/>
            <a:ext cx="17282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359152"/>
            <a:ext cx="1892808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SQLite + </a:t>
            </a:r>
            <a:r>
              <a:rPr sz="1300" b="0" dirty="0" err="1">
                <a:solidFill>
                  <a:srgbClr val="1E2A37"/>
                </a:solidFill>
                <a:latin typeface="Aptos"/>
              </a:rPr>
              <a:t>SQLAlchemy</a:t>
            </a:r>
            <a:r>
              <a:rPr sz="1300" b="0" dirty="0">
                <a:solidFill>
                  <a:srgbClr val="1E2A37"/>
                </a:solidFill>
                <a:latin typeface="Aptos"/>
              </a:rPr>
              <a:t> support application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42519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68112" y="4389120"/>
            <a:ext cx="209397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Web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4782312"/>
            <a:ext cx="2258566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Structured fitness plan for the user.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743200"/>
            <a:ext cx="274320" cy="0"/>
          </a:xfrm>
          <a:prstGeom prst="line">
            <a:avLst/>
          </a:prstGeom>
          <a:ln w="317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" y="2743200"/>
            <a:ext cx="274320" cy="0"/>
          </a:xfrm>
          <a:prstGeom prst="line">
            <a:avLst/>
          </a:prstGeom>
          <a:ln w="317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26679" y="2743200"/>
            <a:ext cx="274321" cy="0"/>
          </a:xfrm>
          <a:prstGeom prst="line">
            <a:avLst/>
          </a:prstGeom>
          <a:ln w="317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92240" y="3657600"/>
            <a:ext cx="0" cy="594360"/>
          </a:xfrm>
          <a:prstGeom prst="line">
            <a:avLst/>
          </a:prstGeom>
          <a:ln w="317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SYSTEM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6. 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44168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39595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307592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Step 1 – Collect user information such as goals, age, intensity and available equipment.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85416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8084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48840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Step 2 – Send the structured request through the FastAPI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26664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022092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90088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Step 3 – Gemini processes the user context and generates a personalized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67911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63339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831336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Step 4 – The application organizes the result into a 7-day workout and nutrition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59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704588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672584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Step 5 – The plan can be regenerated when user needs or preferences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INPUT → API → GEMINI → PLAN → FEEDBACK LOOP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7. Gemini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44168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39595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307592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Google Gemini is the Generative AI component used by FitBuddy.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85416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8084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48840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Structured prompts provide Gemini with the user's fitness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26664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022092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90088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model generates personalized workout routines and nutrition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67911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63339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847338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 dirty="0">
                <a:solidFill>
                  <a:srgbClr val="1E2A37"/>
                </a:solidFill>
                <a:latin typeface="Aptos"/>
              </a:rPr>
              <a:t>Prompt engineering is used to make the generated output context-aware.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59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704588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672584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AI output can be regenerated when the user's needs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2734056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22892" y="2743200"/>
            <a:ext cx="159105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dirty="0">
                <a:solidFill>
                  <a:srgbClr val="122337"/>
                </a:solidFill>
                <a:latin typeface="Aptos"/>
              </a:rPr>
              <a:t>Prompt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2892" y="3081052"/>
            <a:ext cx="1673352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Goal + fitness level + equipment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52628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28632" y="4663440"/>
            <a:ext cx="117957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5056632"/>
            <a:ext cx="117957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Generate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GEMINI MODEL • PERSONALIZED 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8. Core Functionalities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463039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AI-Powered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3191256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Context-aware personalized workout routines.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1463039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7-Day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856231"/>
            <a:ext cx="3264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Dynamic weekly workout and nutrition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74736" y="1463039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Recovery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1856231"/>
            <a:ext cx="3264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Targeted recovery guidance as part of the fitness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291840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Feedback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685032"/>
            <a:ext cx="3099816" cy="8503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1E2A37"/>
                </a:solidFill>
                <a:latin typeface="Aptos"/>
              </a:rPr>
              <a:t>Regenerate routines as user needs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1546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3291840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Personalization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685032"/>
            <a:ext cx="3264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Plans use goals, age, intensity and available equipment.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1546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6" y="3291840"/>
            <a:ext cx="30998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2337"/>
                </a:solidFill>
                <a:latin typeface="Aptos"/>
              </a:rPr>
              <a:t>Nutritional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3685032"/>
            <a:ext cx="3264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A37"/>
                </a:solidFill>
                <a:latin typeface="Aptos"/>
              </a:rPr>
              <a:t>AI-generated nutrition guidance alongside workout planning.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CORE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9. FastAPI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44168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39595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307592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FastAPI provides the backend layer of the FitBuddy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85416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8084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48840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It receives structured user information from the web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26664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022092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90088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backend connects application requests with the Gemini AI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67911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63339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831336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It supports the flow of personalized plan generation and data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59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704588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672584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SQLite and SQLAlchemy are used for application data storage and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BACKEND • API COMMUNICATION • DATA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10. Web Interface &amp;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44168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39595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307592"/>
            <a:ext cx="5392951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 dirty="0" err="1">
                <a:solidFill>
                  <a:srgbClr val="1E2A37"/>
                </a:solidFill>
                <a:latin typeface="Aptos"/>
              </a:rPr>
              <a:t>FitBuddy</a:t>
            </a:r>
            <a:r>
              <a:rPr sz="1800" b="0" dirty="0">
                <a:solidFill>
                  <a:srgbClr val="1E2A37"/>
                </a:solidFill>
                <a:latin typeface="Aptos"/>
              </a:rPr>
              <a:t> is delivered as a modern web-based fitness</a:t>
            </a:r>
            <a:endParaRPr lang="en-US" sz="1800" b="0" dirty="0">
              <a:solidFill>
                <a:srgbClr val="1E2A37"/>
              </a:solidFill>
              <a:latin typeface="Aptos"/>
            </a:endParaRPr>
          </a:p>
          <a:p>
            <a:pPr algn="l"/>
            <a:r>
              <a:rPr sz="1800" b="0" dirty="0">
                <a:solidFill>
                  <a:srgbClr val="1E2A37"/>
                </a:solidFill>
                <a:latin typeface="Aptos"/>
              </a:rPr>
              <a:t>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85416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8084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48840"/>
            <a:ext cx="6129755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 dirty="0">
                <a:solidFill>
                  <a:srgbClr val="1E2A37"/>
                </a:solidFill>
                <a:latin typeface="Aptos"/>
              </a:rPr>
              <a:t>The interface collects the information needed to personalize</a:t>
            </a:r>
            <a:endParaRPr lang="en-US" sz="1800" b="0" dirty="0">
              <a:solidFill>
                <a:srgbClr val="1E2A37"/>
              </a:solidFill>
              <a:latin typeface="Aptos"/>
            </a:endParaRPr>
          </a:p>
          <a:p>
            <a:pPr algn="l"/>
            <a:r>
              <a:rPr sz="1800" b="0" dirty="0">
                <a:solidFill>
                  <a:srgbClr val="1E2A37"/>
                </a:solidFill>
                <a:latin typeface="Aptos"/>
              </a:rPr>
              <a:t> the fitness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26664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022092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90088"/>
            <a:ext cx="5736250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 dirty="0">
                <a:solidFill>
                  <a:srgbClr val="1E2A37"/>
                </a:solidFill>
                <a:latin typeface="Aptos"/>
              </a:rPr>
              <a:t>The generated result is presented as a structured fitness</a:t>
            </a:r>
            <a:endParaRPr lang="en-US" sz="1800" b="0" dirty="0">
              <a:solidFill>
                <a:srgbClr val="1E2A37"/>
              </a:solidFill>
              <a:latin typeface="Aptos"/>
            </a:endParaRPr>
          </a:p>
          <a:p>
            <a:pPr algn="l"/>
            <a:r>
              <a:rPr sz="1800" b="0" dirty="0">
                <a:solidFill>
                  <a:srgbClr val="1E2A37"/>
                </a:solidFill>
                <a:latin typeface="Aptos"/>
              </a:rPr>
              <a:t> schedule.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67911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63339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831336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application is designed around personalized guidance rather than a static template.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59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704588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672584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Users can use the feedback loop to request a regenerated routine when needs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8931" y="188366"/>
            <a:ext cx="4251960" cy="351861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422454"/>
            <a:ext cx="1280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 err="1">
                <a:solidFill>
                  <a:srgbClr val="122337"/>
                </a:solidFill>
                <a:latin typeface="Aptos"/>
              </a:rPr>
              <a:t>FitBuddy</a:t>
            </a:r>
            <a:endParaRPr sz="1700" b="1" dirty="0">
              <a:solidFill>
                <a:srgbClr val="12233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01810" y="123444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667382"/>
                </a:solidFill>
                <a:latin typeface="Aptos"/>
              </a:rPr>
              <a:t>Goal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999" y="1076706"/>
            <a:ext cx="2194560" cy="347472"/>
          </a:xfrm>
          <a:prstGeom prst="roundRect">
            <a:avLst/>
          </a:prstGeom>
          <a:solidFill>
            <a:srgbClr val="F6F8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74377" y="1719072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667382"/>
                </a:solidFill>
                <a:latin typeface="Aptos"/>
              </a:rPr>
              <a:t>Fitness Level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4994" y="1639062"/>
            <a:ext cx="2194560" cy="347472"/>
          </a:xfrm>
          <a:prstGeom prst="roundRect">
            <a:avLst/>
          </a:prstGeom>
          <a:solidFill>
            <a:srgbClr val="F6F8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35822" y="2544318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667382"/>
                </a:solidFill>
                <a:latin typeface="Aptos"/>
              </a:rPr>
              <a:t>Equipment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4994" y="2400300"/>
            <a:ext cx="2194560" cy="347472"/>
          </a:xfrm>
          <a:prstGeom prst="roundRect">
            <a:avLst/>
          </a:prstGeom>
          <a:solidFill>
            <a:srgbClr val="F6F8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4069080"/>
            <a:ext cx="2468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Generate 7-Day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7591" y="3052039"/>
            <a:ext cx="2834640" cy="5029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63583" y="3103245"/>
            <a:ext cx="2834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Generate 7-Day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WEB APPLICATION INTERFACE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2412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2337"/>
                </a:solidFill>
                <a:latin typeface="Aptos"/>
              </a:rP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9648" y="638251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382"/>
                </a:solidFill>
                <a:latin typeface="Aptos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44168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39595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307592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FitBuddy combines Generative AI, FastAPI and database technologies in a practical fitness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85416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8084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48840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Gemini Models generate personalized 7-day workout and nutrition plans from user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26664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022092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90088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The system supports dynamic planning based on goals, fitness level and available equipment.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67911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63339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831336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E2A37"/>
                </a:solidFill>
                <a:latin typeface="Aptos"/>
              </a:rPr>
              <a:t>A feedback loop allows routines to be regenerated as user needs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59"/>
            <a:ext cx="384048" cy="274320"/>
          </a:xfrm>
          <a:prstGeom prst="round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704588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A69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672584"/>
            <a:ext cx="9601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 dirty="0">
                <a:solidFill>
                  <a:srgbClr val="1E2A37"/>
                </a:solidFill>
                <a:latin typeface="Aptos"/>
              </a:rPr>
              <a:t>The project demonstrates how Generative AI can support personalized fitness planning through </a:t>
            </a:r>
            <a:endParaRPr lang="en-US" sz="1800" b="0" dirty="0">
              <a:solidFill>
                <a:srgbClr val="1E2A37"/>
              </a:solidFill>
              <a:latin typeface="Aptos"/>
            </a:endParaRPr>
          </a:p>
          <a:p>
            <a:pPr algn="l"/>
            <a:r>
              <a:rPr sz="1800" b="0" dirty="0">
                <a:solidFill>
                  <a:srgbClr val="1E2A37"/>
                </a:solidFill>
                <a:latin typeface="Aptos"/>
              </a:rPr>
              <a:t>a web application.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06440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67382"/>
                </a:solidFill>
                <a:latin typeface="Aptos"/>
              </a:rPr>
              <a:t>FITBUDDY • AI-POWERED FITNESS PLANNING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887</Words>
  <Application>Microsoft Office PowerPoint</Application>
  <PresentationFormat>Widescreen</PresentationFormat>
  <Paragraphs>165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Jegaveera Pandiyan</dc:creator>
  <cp:keywords/>
  <dc:description>generated using python-pptx</dc:description>
  <cp:lastModifiedBy>Jegaveera Pandiyan</cp:lastModifiedBy>
  <cp:revision>2</cp:revision>
  <dcterms:created xsi:type="dcterms:W3CDTF">2013-01-27T09:14:16Z</dcterms:created>
  <dcterms:modified xsi:type="dcterms:W3CDTF">2026-09-24T07:34:35Z</dcterms:modified>
  <cp:category/>
</cp:coreProperties>
</file>